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Programme communal d’aide à la création de fosses de plantation en pied de façade sur le domaine public</a:t>
            </a:r>
          </a:p>
          <a:p>
            <a:pPr lvl="0"/>
            <a:r>
              <a:rPr i="1"/>
              <a:t>La vision : un village transformé par ses habitants et entièrement végétalisé dans 5 ans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principe de la convention.</a:t>
            </a:r>
          </a:p>
          <a:p>
            <a:pPr lvl="0"/>
            <a:r>
              <a:rPr/>
              <a:t>La campagne de communication.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5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Planning : Viser un déploiement début 2027 (Publication janvier 2027 dans le bulletin municipal; décision Conseil Municipal fin 2026)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Aides au financement : “Le Fonds vert” (État) ,” Agences de l’Eau”, “Ma Solution pour le Climat” (Région)</a:t>
            </a:r>
          </a:p>
          <a:p>
            <a:pPr lvl="0"/>
            <a:r>
              <a:rPr/>
              <a:t>Doctrine municipale de végétalisation des espaces publics ( végétalisation vs embellissement )</a:t>
            </a:r>
          </a:p>
          <a:p>
            <a:pPr lvl="0"/>
            <a:r>
              <a:rPr/>
              <a:t>S’appuyer sur des associations (jardins partagés) pour une aide (fourniture des végétaux ? plantation 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2026-09-22T15:39:10Z</dcterms:created>
  <dcterms:modified xsi:type="dcterms:W3CDTF">2026-09-22T15:39:10Z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