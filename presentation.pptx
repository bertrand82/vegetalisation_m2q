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images/rue_0.jpg" TargetMode="External" /><Relationship Id="rId3" Type="http://schemas.openxmlformats.org/officeDocument/2006/relationships/hyperlink" Target="images/rue_0_v.png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Avant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Après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hlinkClick r:id="rId2"/>
                        </a:rPr>
                        <a:t>Alt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hlinkClick r:id="rId3"/>
                        </a:rPr>
                        <a:t>Alt 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2026-09-27T12:56:56Z</dcterms:created>
  <dcterms:modified xsi:type="dcterms:W3CDTF">2026-09-27T12:56:56Z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