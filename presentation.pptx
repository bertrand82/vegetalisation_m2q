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fredonoccitanie.com/jevi/2023/10/31/icu-chantier-de-plantation-participatif-demarche-citoyenne-a-marguerittes-gard/" TargetMode="External" /><Relationship Id="rId3" Type="http://schemas.openxmlformats.org/officeDocument/2006/relationships/hyperlink" Target="https://www.banyuls-sur-mer.com/vegetaliser-banyuls-cest-permis/" TargetMode="External" /><Relationship Id="rId4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_2.html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Avant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Après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Alt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Alt 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Rue Cariben Avant/Après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végétaliser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Adapter le village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trottoirs: Il est normalement interdit de modifier le domaine public.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Comment végétaliser le village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La commune crée des fosses de plantation sur le domaine public.</a:t>
            </a:r>
          </a:p>
          <a:p>
            <a:pPr lvl="0"/>
            <a:r>
              <a:rPr i="1"/>
              <a:t>Les habitants s’occupent des végétaux : arrosage, taille, soins.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Marguerittes (Gard)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3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4"/>
              </a:rPr>
              <a:t>(site)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pour pied de vigne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trottoir, en fonction des contraintes et du végétal visé.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 travaux doivent être facilement réversibles</a:t>
            </a:r>
          </a:p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fosses.</a:t>
            </a:r>
          </a:p>
          <a:p>
            <a:pPr lvl="0"/>
            <a:r>
              <a:rPr/>
              <a:t>La convention qui sera proposée.</a:t>
            </a:r>
          </a:p>
          <a:p>
            <a:pPr lvl="0"/>
            <a:r>
              <a:rPr/>
              <a:t>L’achat de 100 pieds de jasmins et 100 pieds de chevrefeuille (10 Euros par pied).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Pour viser un deploiement Printemps 2027</a:t>
            </a:r>
          </a:p>
          <a:p>
            <a:pPr lvl="0"/>
            <a:r>
              <a:rPr/>
              <a:t>Approbation par le conseil municipal : Octobre 2026</a:t>
            </a:r>
          </a:p>
          <a:p>
            <a:pPr lvl="0"/>
            <a:r>
              <a:rPr/>
              <a:t>Réunion public fin 2026</a:t>
            </a:r>
          </a:p>
          <a:p>
            <a:pPr lvl="0"/>
            <a:r>
              <a:rPr/>
              <a:t>Bulletin municipal : bouclage octobre 2026, parution Janvier 2027</a:t>
            </a:r>
          </a:p>
          <a:p>
            <a:pPr lvl="0"/>
            <a:r>
              <a:rPr/>
              <a:t>Mise en place des fosses : Hiver/Printemps 2027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Aides au financement : “Le Fonds vert” (État) , “Ma Solution pour le Climat” (Région)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2026-09-27T13:00:19Z</dcterms:created>
  <dcterms:modified xsi:type="dcterms:W3CDTF">2026-09-27T13:00:19Z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