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Végétaliser les façades de Montpezat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Adapter le village à la répétition des canicules</a:t>
            </a:r>
          </a:p>
          <a:p>
            <a:pPr lvl="0"/>
            <a:r>
              <a:rPr b="1"/>
              <a:t>Un programme simple, visible et participatif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ce projet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Répondre concrètement au changement climatique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trottoirs. (C’est interdit de modifier le domaine public).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fournit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</a:t>
            </a:r>
          </a:p>
          <a:p>
            <a:pPr lvl="0"/>
            <a:r>
              <a:rPr/>
              <a:t>Panneau de communication.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 municipal, avec convention à remplir.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papier)..</a:t>
            </a:r>
          </a:p>
          <a:p>
            <a:pPr lvl="0"/>
            <a:r>
              <a:rPr/>
              <a:t>Un rendez-vous est pris avec un représentant de la mairie : les positions des fosses sont marquées à la bombe sur le trottoir.</a:t>
            </a:r>
          </a:p>
          <a:p>
            <a:pPr lvl="0"/>
            <a:r>
              <a:rPr/>
              <a:t>Les services municipaux mettent en place les fosse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Indicateurs proposés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cadre du contrat.</a:t>
            </a:r>
          </a:p>
          <a:p>
            <a:pPr lvl="0"/>
            <a:r>
              <a:rPr/>
              <a:t>L’ouverture de l’appel à volontaires.</a:t>
            </a:r>
          </a:p>
          <a:p>
            <a:pPr lvl="0"/>
            <a:r>
              <a:rPr/>
              <a:t>L’inscription du dispositif dans la politique locale de transition écologique.</a:t>
            </a:r>
          </a:p>
          <a:p>
            <a:pPr lvl="0"/>
            <a:r>
              <a:rPr/>
              <a:t>Un bilan après </a:t>
            </a:r>
            <a:r>
              <a:rPr b="1"/>
              <a:t>50 conventions</a:t>
            </a:r>
            <a:r>
              <a:rPr/>
              <a:t> signées.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Liste des végétaux conseillés et des végétaux déconseillés.</a:t>
            </a:r>
          </a:p>
          <a:p>
            <a:pPr lvl="0"/>
            <a:r>
              <a:rPr/>
              <a:t>Planning : Viser un déploiement début 2027 ( 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2026-09-21T22:28:30Z</dcterms:created>
  <dcterms:modified xsi:type="dcterms:W3CDTF">2026-09-21T22:28:30Z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