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pdf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convention décrit formalisée et simple les engagements de la mairie et des riverains. </a:t>
            </a: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2026-09-30T08:22:14Z</dcterms:created>
  <dcterms:modified xsi:type="dcterms:W3CDTF">2026-09-30T08:22:14Z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