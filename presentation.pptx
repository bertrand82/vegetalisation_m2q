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pdf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5_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1193800"/>
            <a:ext cx="1981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Avant / 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3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1193800"/>
            <a:ext cx="1993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 convention décrit formalisée et simple les engagements de la mairie et des riverains. </a:t>
            </a: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4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33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2026-09-30T17:01:35Z</dcterms:created>
  <dcterms:modified xsi:type="dcterms:W3CDTF">2026-09-30T17:01:35Z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