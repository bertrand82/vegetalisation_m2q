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Image gauche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Image droite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Alt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Alt 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2026-09-27T12:49:57Z</dcterms:created>
  <dcterms:modified xsi:type="dcterms:W3CDTF">2026-09-27T12:49:57Z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