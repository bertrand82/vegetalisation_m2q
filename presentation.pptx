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les façades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Un programme simple, visible et participatif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aujourd’hui).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fournit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 : 50 participants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Faire connaître le projet.</a:t>
            </a:r>
          </a:p>
          <a:p>
            <a:pPr lvl="0"/>
            <a:r>
              <a:rPr/>
              <a:t>Identifier les difficultés rencontrées.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Évaluer les coûts et les ressources nécessaires.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ou chartes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contrat entre la mairie et les bénéficiaires de cette offre, avec des tâches et engagements pour chacun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réseaux souterrains,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Éventuellement planter le végétal (s’il est en stock).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 et IntraMuros.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ou convention simple, disponible dans le bulletin municipal, à retourner à la mairie ou en ligne.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phase pilote avec l’objectif de </a:t>
            </a:r>
            <a:r>
              <a:rPr b="1"/>
              <a:t>50 conventions</a:t>
            </a:r>
            <a:r>
              <a:rPr/>
              <a:t>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Liste des végétaux conseillés et des végétaux déconseillés.</a:t>
            </a:r>
          </a:p>
          <a:p>
            <a:pPr lvl="0"/>
            <a:r>
              <a:rPr/>
              <a:t>Planning : Viser un déploiement début 2027 ( Publication Janvier 2027 dans le bulletin municipal; décision Conseil Municipal fin 2026)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2026-09-21T12:55:48Z</dcterms:created>
  <dcterms:modified xsi:type="dcterms:W3CDTF">2026-09-21T12:55:48Z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