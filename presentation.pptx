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banyuls-sur-mer.com/vegetaliser-banyuls-cest-permis/" TargetMode="External" /><Relationship Id="rId3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ertrand82.github.io/vegetalisation_m2q/convention.html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pic>
        <p:nvPicPr>
          <p:cNvPr descr="images/rue_0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30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Rue Cariben Avant/Après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végétaliser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Adapter le village à la succession de canicules 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trottoirs: Il est normalement interdit de modifier le domaine public.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Comment végétaliser le village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La mairie n’a pas les moyens d’entretenir des plantations en nombre</a:t>
            </a:r>
          </a:p>
          <a:p>
            <a:pPr lvl="0"/>
            <a:r>
              <a:rPr b="1"/>
              <a:t>Pour avoir des résultats rapides et massifs, il faut associer les habitants</a:t>
            </a:r>
          </a:p>
          <a:p>
            <a:pPr lvl="0"/>
            <a:r>
              <a:rPr i="1"/>
              <a:t>Programme communal d’aide à la création de fosses de plantation en pied de façade sur le domaine public</a:t>
            </a:r>
          </a:p>
          <a:p>
            <a:pPr lvl="0"/>
            <a:r>
              <a:rPr i="1"/>
              <a:t>La vision : un village transformé par ses habitants et entièrement végétalisé dans 5 ans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1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193800"/>
            <a:ext cx="447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Lille – “Verdissons nos murs”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3"/>
              </a:rPr>
              <a:t>(site)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propose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écrit du riverain pour l’entretien, la taille et l’arrosage.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mairie, sur panneaux.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/>
            <a:r>
              <a:rPr/>
              <a:t>Publication dans bulletin, avec convention à remplir en janvier.</a:t>
            </a:r>
          </a:p>
          <a:p>
            <a:pPr lvl="0"/>
            <a:r>
              <a:rPr/>
              <a:t>Premier bilan dans bulletin en juillet.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pour pied de vigne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</a:t>
            </a:r>
          </a:p>
          <a:p>
            <a:pPr lvl="0"/>
            <a:r>
              <a:rPr/>
              <a:t>Un rendez-vous est pris avec un représentant de la mairie : les positions des fosses sont marquées à la bombe sur le trottoir, en fonction des contraintes et du végétal visé.</a:t>
            </a:r>
          </a:p>
          <a:p>
            <a:pPr lvl="0"/>
            <a:r>
              <a:rPr/>
              <a:t>Les services municipaux mettent en place les fosses et plantent éventuellement les végétaux choisis.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convention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Les travaux doivent être facilement réversibles</a:t>
            </a:r>
          </a:p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 et de certains végétaux.</a:t>
            </a:r>
          </a:p>
          <a:p>
            <a:pPr lvl="0"/>
            <a:r>
              <a:rPr/>
              <a:t>Le principe de la convention.</a:t>
            </a:r>
          </a:p>
          <a:p>
            <a:pPr lvl="0"/>
            <a:r>
              <a:rPr/>
              <a:t>La campagne de communication.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2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49500" y="1193800"/>
            <a:ext cx="4457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Planning : Viser un déploiement début 2027 (Publication janvier 2027 dans le bulletin municipal; décision Conseil Municipal fin 2026)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 (suite)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Aides au financement : “Le Fonds vert” (État) ,” Agences de l’Eau”, “Ma Solution pour le Climat” (Région)</a:t>
            </a:r>
          </a:p>
          <a:p>
            <a:pPr lvl="0"/>
            <a:r>
              <a:rPr/>
              <a:t>Doctrine municipale de végétalisation des espaces publics ( végétalisation vs embellissement )</a:t>
            </a:r>
          </a:p>
          <a:p>
            <a:pPr lvl="0"/>
            <a:r>
              <a:rPr/>
              <a:t>S’appuyer sur des associations (jardins partagés) pour une aide (fourniture des végétaux ? plantation 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2026-09-22T15:33:36Z</dcterms:created>
  <dcterms:modified xsi:type="dcterms:W3CDTF">2026-09-22T15:33:36Z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