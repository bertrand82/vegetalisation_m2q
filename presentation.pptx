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</a:t>
            </a:r>
          </a:p>
          <a:p>
            <a:pPr lvl="0"/>
            <a:r>
              <a:rPr i="1"/>
              <a:t>Les habitants s’occupent des végétaux : arrosage, taille, soins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2026-09-23T15:20:39Z</dcterms:created>
  <dcterms:modified xsi:type="dcterms:W3CDTF">2026-09-23T15:20:39Z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