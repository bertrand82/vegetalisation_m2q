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pdf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5_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8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3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9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convention décrit formalisée et simple les engagements de la mairie et des riverains. </a:t>
            </a: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4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3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2026-10-08T12:41:40Z</dcterms:created>
  <dcterms:modified xsi:type="dcterms:W3CDTF">2026-10-08T12:41:40Z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