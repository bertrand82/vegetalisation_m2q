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Montpezat de Quercy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Végétaliser les façades de Montpezat:</a:t>
            </a:r>
            <a:br/>
            <a:r>
              <a:rPr b="1"/>
              <a:t>Un programme simple, visible et participatif pour adapter le village à la répétition des canicules</a:t>
            </a:r>
          </a:p>
          <a:p>
            <a:pPr lvl="0" indent="0" marL="0">
              <a:buNone/>
            </a:pPr>
            <a:r>
              <a:rPr i="1"/>
              <a:t>Programme communal d’aide à la création de fosses de plantation en pied de façade sur le domaine public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Les riverains, sans accord de la mairie, ne peuvent pas planter sur les trottoirs.</a:t>
            </a:r>
          </a:p>
          <a:p>
            <a:pPr lvl="0"/>
            <a:r>
              <a:rPr/>
              <a:t>Une action concrète et comprise par tous.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Exemple : Lille – “Verdissons nos murs”</a:t>
            </a:r>
          </a:p>
          <a:p>
            <a:pPr lvl="0"/>
            <a:r>
              <a:rPr/>
              <a:t>Aide publique pour créer les conditions techniques.</a:t>
            </a:r>
          </a:p>
          <a:p>
            <a:pPr lvl="0"/>
            <a:r>
              <a:rPr/>
              <a:t>Participation active des riverains.</a:t>
            </a:r>
          </a:p>
          <a:p>
            <a:pPr lvl="0"/>
            <a:r>
              <a:rPr/>
              <a:t>Accompagnement sur les espèces adaptées.</a:t>
            </a:r>
          </a:p>
          <a:p>
            <a:pPr lvl="0"/>
            <a:r>
              <a:rPr/>
              <a:t>Logique simple, claire et mobilisatrice.</a:t>
            </a:r>
          </a:p>
          <a:p>
            <a:pPr lvl="0" indent="0" marL="0">
              <a:buNone/>
            </a:pPr>
            <a:r>
              <a:rPr b="1"/>
              <a:t>Enseignement principal :</a:t>
            </a:r>
          </a:p>
          <a:p>
            <a:pPr lvl="0" indent="0" marL="0">
              <a:buNone/>
            </a:pPr>
            <a:r>
              <a:rPr/>
              <a:t>Plus le dispositif est simple, plus il a de chances de réussir.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programme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Eventellement, fourniture du végétal à planter.</a:t>
            </a:r>
          </a:p>
          <a:p>
            <a:pPr lvl="0"/>
            <a:r>
              <a:rPr/>
              <a:t>Engagement du riverain pour l’entretien, la taille et l’arosage.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pilote: 50 plantations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Évaluer la faisabilité</a:t>
            </a:r>
          </a:p>
          <a:p>
            <a:pPr lvl="0"/>
            <a:r>
              <a:rPr/>
              <a:t>Voir si les gens sont intéressés.</a:t>
            </a:r>
          </a:p>
          <a:p>
            <a:pPr lvl="0"/>
            <a:r>
              <a:rPr/>
              <a:t>Identifier les difficultés rencontrées.</a:t>
            </a:r>
          </a:p>
          <a:p>
            <a:pPr lvl="0"/>
            <a:r>
              <a:rPr/>
              <a:t>Évaluer des coûts.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simple,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 sera décrit dans le bulletin municipal, avec des contrats à remplir.</a:t>
            </a:r>
          </a:p>
          <a:p>
            <a:pPr lvl="0"/>
            <a:r>
              <a:rPr/>
              <a:t>Les habitants intéressés renvoient le contrat signé à la mairie.</a:t>
            </a:r>
          </a:p>
          <a:p>
            <a:pPr lvl="0"/>
            <a:r>
              <a:rPr/>
              <a:t>Un rendez-vous est pris avec un représentant de la mairie: la position de la fosse est marquée à la bombe sur le trottoir</a:t>
            </a:r>
          </a:p>
          <a:p>
            <a:pPr lvl="0"/>
            <a:r>
              <a:rPr/>
              <a:t>Les services municipaux mettent en place la fosse et plantent éventuellement le végétal choisi.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« contrat moral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contrat entre la mairie et les bénéficiaires de cette offre avec des tâches et engagements pour chacun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 de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Évaluer la faisabilité (proximité des arrivées d’eau, gêne éventuelle à la circulation).</a:t>
            </a:r>
          </a:p>
          <a:p>
            <a:pPr lvl="0"/>
            <a:r>
              <a:rPr/>
              <a:t>Prendre en charge les travaux sur la voirie.</a:t>
            </a:r>
          </a:p>
          <a:p>
            <a:pPr lvl="0"/>
            <a:r>
              <a:rPr/>
              <a:t>Donner un appui technique sur le choix des végétaux.</a:t>
            </a:r>
          </a:p>
          <a:p>
            <a:pPr lvl="0"/>
            <a:r>
              <a:rPr/>
              <a:t>Eventuellement planté le végétal (Si il est en stock)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 du riverain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Choisir des végétaux adaptés.</a:t>
            </a:r>
          </a:p>
          <a:p>
            <a:pPr lvl="0"/>
            <a:r>
              <a:rPr/>
              <a:t>Planter et entretenir les végétaux.</a:t>
            </a:r>
          </a:p>
          <a:p>
            <a:pPr lvl="0"/>
            <a:r>
              <a:rPr/>
              <a:t>Respecter les règles de sécurité et d’accessibilité.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Cas du locataire</a:t>
            </a:r>
          </a:p>
          <a:p>
            <a:pPr lvl="0"/>
            <a:r>
              <a:rPr/>
              <a:t>Accord du propriétaire nécessaire.</a:t>
            </a:r>
          </a:p>
          <a:p>
            <a:pPr lvl="0"/>
            <a:r>
              <a:rPr/>
              <a:t>Engagement du locataire sur l’entretien courant.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courant, il n’y a pas de coûts d’entretien.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vers les habitants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Donner envie de participer</a:t>
            </a:r>
          </a:p>
          <a:p>
            <a:pPr lvl="0"/>
            <a:r>
              <a:rPr/>
              <a:t>Annonce dans le bulletin municipal.</a:t>
            </a:r>
          </a:p>
          <a:p>
            <a:pPr lvl="0"/>
            <a:r>
              <a:rPr/>
              <a:t>Appel à volontaires.</a:t>
            </a:r>
          </a:p>
          <a:p>
            <a:pPr lvl="0"/>
            <a:r>
              <a:rPr/>
              <a:t>Contrat simple, disponible dans le bulletin municipal, à retourner à la mairie.</a:t>
            </a:r>
          </a:p>
          <a:p>
            <a:pPr lvl="0"/>
            <a:r>
              <a:rPr/>
              <a:t>Mise en avant des bénéfices pour le village.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d’echec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phase pilote avec l’objectif de </a:t>
            </a:r>
            <a:r>
              <a:rPr b="1"/>
              <a:t>50 plantations</a:t>
            </a:r>
            <a:r>
              <a:rPr/>
              <a:t>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 moral ou de la convention.</a:t>
            </a:r>
          </a:p>
          <a:p>
            <a:pPr lvl="0"/>
            <a:r>
              <a:rPr/>
              <a:t>Le calendrier de suivi.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villages aux canicules.</a:t>
            </a:r>
          </a:p>
          <a:p>
            <a:pPr lvl="0"/>
            <a:r>
              <a:rPr/>
              <a:t>Les vrais bénéfices apparaitront 2 ou 3 ans après le lancement , le temps que les végétaux poussent.</a:t>
            </a:r>
          </a:p>
          <a:p>
            <a:pPr lvl="0"/>
            <a:r>
              <a:rPr/>
              <a:t>hors projet: Végétalisation des bâtiments publics,de l’école, de la place de la mairie.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2026-09-14T16:36:22Z</dcterms:created>
  <dcterms:modified xsi:type="dcterms:W3CDTF">2026-09-14T16:36:22Z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